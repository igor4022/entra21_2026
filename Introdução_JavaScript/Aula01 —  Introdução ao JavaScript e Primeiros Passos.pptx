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5"/>
  </p:notesMasterIdLst>
  <p:sldIdLst>
    <p:sldId id="256" r:id="rId2"/>
    <p:sldId id="257" r:id="rId3"/>
    <p:sldId id="266" r:id="rId4"/>
    <p:sldId id="267" r:id="rId5"/>
    <p:sldId id="281" r:id="rId6"/>
    <p:sldId id="262" r:id="rId7"/>
    <p:sldId id="287" r:id="rId8"/>
    <p:sldId id="282" r:id="rId9"/>
    <p:sldId id="288" r:id="rId10"/>
    <p:sldId id="289" r:id="rId11"/>
    <p:sldId id="290" r:id="rId12"/>
    <p:sldId id="285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920505"/>
            <a:ext cx="912514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 err="1"/>
              <a:t>Introdução</a:t>
            </a:r>
            <a:r>
              <a:rPr lang="en-US" sz="4400" b="1" dirty="0"/>
              <a:t> </a:t>
            </a:r>
            <a:r>
              <a:rPr lang="en-US" sz="4400" b="1" dirty="0" err="1"/>
              <a:t>ao</a:t>
            </a:r>
            <a:r>
              <a:rPr lang="en-US" sz="4400" b="1" dirty="0"/>
              <a:t> JavaScript e </a:t>
            </a:r>
            <a:r>
              <a:rPr lang="en-US" sz="4400" b="1" dirty="0" err="1"/>
              <a:t>Primeiros</a:t>
            </a:r>
            <a:r>
              <a:rPr lang="en-US" sz="4400" b="1" dirty="0"/>
              <a:t> Passos</a:t>
            </a:r>
            <a:endParaRPr lang="pt-BR" sz="34400" b="1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1877690" y="49122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1742217" y="1636460"/>
            <a:ext cx="69396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Entender</a:t>
            </a:r>
            <a:r>
              <a:rPr lang="en-US" sz="2400" dirty="0"/>
              <a:t> o </a:t>
            </a:r>
            <a:r>
              <a:rPr lang="en-US" sz="2400" dirty="0" err="1"/>
              <a:t>que</a:t>
            </a:r>
            <a:r>
              <a:rPr lang="en-US" sz="2400" dirty="0"/>
              <a:t> é JavaScript</a:t>
            </a:r>
            <a:endParaRPr lang="pt-B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Diferenciar</a:t>
            </a:r>
            <a:r>
              <a:rPr lang="en-US" sz="2400" dirty="0"/>
              <a:t> HTML, CSS e JavaScript</a:t>
            </a:r>
            <a:endParaRPr lang="pt-B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Inserir</a:t>
            </a:r>
            <a:r>
              <a:rPr lang="en-US" sz="2400" dirty="0"/>
              <a:t> scripts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páginas</a:t>
            </a:r>
            <a:r>
              <a:rPr lang="en-US" sz="2400" dirty="0"/>
              <a:t> web</a:t>
            </a:r>
            <a:endParaRPr lang="pt-B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Utilizar</a:t>
            </a:r>
            <a:r>
              <a:rPr lang="en-US" sz="2400" dirty="0"/>
              <a:t> </a:t>
            </a:r>
            <a:r>
              <a:rPr lang="en-US" sz="2400" dirty="0" err="1"/>
              <a:t>comandos</a:t>
            </a:r>
            <a:r>
              <a:rPr lang="en-US" sz="2400" dirty="0"/>
              <a:t> </a:t>
            </a:r>
            <a:r>
              <a:rPr lang="en-US" sz="2400" dirty="0" err="1"/>
              <a:t>básicos</a:t>
            </a:r>
            <a:endParaRPr lang="pt-B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Declarar</a:t>
            </a:r>
            <a:r>
              <a:rPr lang="en-US" sz="2400" dirty="0"/>
              <a:t> </a:t>
            </a:r>
            <a:r>
              <a:rPr lang="en-US" sz="2400" dirty="0" err="1"/>
              <a:t>variáveis</a:t>
            </a:r>
            <a:endParaRPr lang="pt-B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Trabalhar</a:t>
            </a:r>
            <a:r>
              <a:rPr lang="en-US" sz="2400" dirty="0"/>
              <a:t> com </a:t>
            </a:r>
            <a:r>
              <a:rPr lang="en-US" sz="2400" dirty="0" err="1"/>
              <a:t>tipos</a:t>
            </a:r>
            <a:r>
              <a:rPr lang="en-US" sz="2400" dirty="0"/>
              <a:t> de dados simples</a:t>
            </a:r>
            <a:endParaRPr lang="pt-B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Criar</a:t>
            </a:r>
            <a:r>
              <a:rPr lang="en-US" sz="2400" dirty="0"/>
              <a:t> </a:t>
            </a:r>
            <a:r>
              <a:rPr lang="en-US" sz="2400" dirty="0" err="1"/>
              <a:t>pequenas</a:t>
            </a:r>
            <a:r>
              <a:rPr lang="en-US" sz="2400" dirty="0"/>
              <a:t> </a:t>
            </a:r>
            <a:r>
              <a:rPr lang="en-US" sz="2400" dirty="0" err="1"/>
              <a:t>interações</a:t>
            </a:r>
            <a:r>
              <a:rPr lang="en-US" sz="2400" dirty="0"/>
              <a:t> com o </a:t>
            </a:r>
            <a:r>
              <a:rPr lang="en-US" sz="2400" dirty="0" err="1"/>
              <a:t>usuário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5A11ADA-35B4-DF2D-0559-ABF8E2FD6D23}"/>
              </a:ext>
            </a:extLst>
          </p:cNvPr>
          <p:cNvSpPr txBox="1"/>
          <p:nvPr/>
        </p:nvSpPr>
        <p:spPr>
          <a:xfrm>
            <a:off x="1489853" y="40014"/>
            <a:ext cx="79883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Introdução</a:t>
            </a:r>
            <a:r>
              <a:rPr lang="en-US" sz="2800" b="1" dirty="0"/>
              <a:t> </a:t>
            </a:r>
            <a:r>
              <a:rPr lang="en-US" sz="2800" b="1" dirty="0" err="1"/>
              <a:t>ao</a:t>
            </a:r>
            <a:r>
              <a:rPr lang="en-US" sz="2800" b="1" dirty="0"/>
              <a:t> JavaScript</a:t>
            </a:r>
            <a:endParaRPr lang="pt-BR" sz="44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940562" y="936053"/>
            <a:ext cx="95732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 </a:t>
            </a:r>
            <a:r>
              <a:rPr lang="en-US" b="1" dirty="0" err="1"/>
              <a:t>que</a:t>
            </a:r>
            <a:r>
              <a:rPr lang="en-US" b="1" dirty="0"/>
              <a:t> é JavaScript?</a:t>
            </a:r>
            <a:endParaRPr lang="pt-BR" b="1" dirty="0"/>
          </a:p>
          <a:p>
            <a:endParaRPr lang="en-US" dirty="0"/>
          </a:p>
          <a:p>
            <a:r>
              <a:rPr lang="en-US" dirty="0"/>
              <a:t>JavaScript é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linguagem</a:t>
            </a:r>
            <a:r>
              <a:rPr lang="en-US" dirty="0"/>
              <a:t> de </a:t>
            </a:r>
            <a:r>
              <a:rPr lang="en-US" dirty="0" err="1"/>
              <a:t>programação</a:t>
            </a:r>
            <a:r>
              <a:rPr lang="en-US" dirty="0"/>
              <a:t> </a:t>
            </a:r>
            <a:r>
              <a:rPr lang="en-US" dirty="0" err="1"/>
              <a:t>utilizada</a:t>
            </a:r>
            <a:r>
              <a:rPr lang="en-US" dirty="0"/>
              <a:t> para </a:t>
            </a:r>
            <a:r>
              <a:rPr lang="en-US" dirty="0" err="1"/>
              <a:t>adicionar</a:t>
            </a:r>
            <a:r>
              <a:rPr lang="en-US" dirty="0"/>
              <a:t> </a:t>
            </a:r>
            <a:r>
              <a:rPr lang="en-US" dirty="0" err="1"/>
              <a:t>interatividade</a:t>
            </a:r>
            <a:r>
              <a:rPr lang="en-US" dirty="0"/>
              <a:t> </a:t>
            </a:r>
            <a:r>
              <a:rPr lang="en-US" dirty="0" err="1"/>
              <a:t>às</a:t>
            </a:r>
            <a:r>
              <a:rPr lang="en-US" dirty="0"/>
              <a:t> </a:t>
            </a:r>
            <a:r>
              <a:rPr lang="en-US" dirty="0" err="1"/>
              <a:t>páginas</a:t>
            </a:r>
            <a:r>
              <a:rPr lang="en-US" dirty="0"/>
              <a:t> web.</a:t>
            </a:r>
          </a:p>
          <a:p>
            <a:endParaRPr lang="pt-BR" dirty="0"/>
          </a:p>
          <a:p>
            <a:r>
              <a:rPr lang="en-US" dirty="0"/>
              <a:t>Com JavaScript </a:t>
            </a:r>
            <a:r>
              <a:rPr lang="en-US" dirty="0" err="1"/>
              <a:t>podemos</a:t>
            </a:r>
            <a:r>
              <a:rPr lang="en-US" dirty="0"/>
              <a:t>: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animações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Validar </a:t>
            </a:r>
            <a:r>
              <a:rPr lang="en-US" dirty="0" err="1"/>
              <a:t>formulários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Manipular </a:t>
            </a:r>
            <a:r>
              <a:rPr lang="en-US" dirty="0" err="1"/>
              <a:t>elementos</a:t>
            </a:r>
            <a:r>
              <a:rPr lang="en-US" dirty="0"/>
              <a:t> da </a:t>
            </a:r>
            <a:r>
              <a:rPr lang="en-US" dirty="0" err="1"/>
              <a:t>página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jogos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Consumir</a:t>
            </a:r>
            <a:r>
              <a:rPr lang="en-US" dirty="0"/>
              <a:t> APIs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Desenvolver</a:t>
            </a:r>
            <a:r>
              <a:rPr lang="en-US" dirty="0"/>
              <a:t> </a:t>
            </a:r>
            <a:r>
              <a:rPr lang="en-US" dirty="0" err="1"/>
              <a:t>aplicações</a:t>
            </a:r>
            <a:r>
              <a:rPr lang="en-US" dirty="0"/>
              <a:t> </a:t>
            </a:r>
            <a:r>
              <a:rPr lang="en-US" dirty="0" err="1"/>
              <a:t>completas</a:t>
            </a:r>
            <a:endParaRPr lang="pt-BR" dirty="0"/>
          </a:p>
          <a:p>
            <a:endParaRPr lang="pt-BR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6883D-60A8-18CD-7108-083362DF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D5D0620-38F0-501F-135D-59140AF4EB91}"/>
              </a:ext>
            </a:extLst>
          </p:cNvPr>
          <p:cNvSpPr txBox="1"/>
          <p:nvPr/>
        </p:nvSpPr>
        <p:spPr>
          <a:xfrm>
            <a:off x="2007074" y="364768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HTML, CSS e JavaScript</a:t>
            </a:r>
            <a:endParaRPr lang="pt-BR" sz="28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9A5D51-263A-053C-6C35-9B3B2A3A4C8C}"/>
              </a:ext>
            </a:extLst>
          </p:cNvPr>
          <p:cNvSpPr txBox="1"/>
          <p:nvPr/>
        </p:nvSpPr>
        <p:spPr>
          <a:xfrm>
            <a:off x="963613" y="2136338"/>
            <a:ext cx="612298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Exemplos</a:t>
            </a:r>
            <a:r>
              <a:rPr lang="en-US" b="1" dirty="0"/>
              <a:t> simples:</a:t>
            </a:r>
          </a:p>
          <a:p>
            <a:endParaRPr lang="pt-BR" b="1" dirty="0"/>
          </a:p>
          <a:p>
            <a:r>
              <a:rPr lang="en-US" b="1" dirty="0"/>
              <a:t>HTML</a:t>
            </a:r>
            <a:endParaRPr lang="pt-BR" b="1" dirty="0"/>
          </a:p>
          <a:p>
            <a:pPr latinLnBrk="1"/>
            <a:r>
              <a:rPr lang="en-US" dirty="0"/>
              <a:t>&lt;</a:t>
            </a:r>
            <a:r>
              <a:rPr lang="en-US" b="1" dirty="0"/>
              <a:t>h1</a:t>
            </a:r>
            <a:r>
              <a:rPr lang="en-US" dirty="0"/>
              <a:t>&gt;Minha Página&lt;/</a:t>
            </a:r>
            <a:r>
              <a:rPr lang="en-US" b="1" dirty="0"/>
              <a:t>h1</a:t>
            </a:r>
            <a:r>
              <a:rPr lang="en-US" dirty="0"/>
              <a:t>&gt;</a:t>
            </a:r>
          </a:p>
          <a:p>
            <a:pPr latinLnBrk="1"/>
            <a:endParaRPr lang="pt-BR" dirty="0"/>
          </a:p>
          <a:p>
            <a:r>
              <a:rPr lang="en-US" b="1" dirty="0"/>
              <a:t>CSS</a:t>
            </a:r>
            <a:endParaRPr lang="pt-BR" b="1" dirty="0"/>
          </a:p>
          <a:p>
            <a:pPr latinLnBrk="1"/>
            <a:r>
              <a:rPr lang="en-US" dirty="0"/>
              <a:t>h1{</a:t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color</a:t>
            </a:r>
            <a:r>
              <a:rPr lang="en-US" dirty="0"/>
              <a:t>: blue;</a:t>
            </a:r>
            <a:br>
              <a:rPr lang="en-US" dirty="0"/>
            </a:br>
            <a:r>
              <a:rPr lang="en-US" dirty="0"/>
              <a:t>}</a:t>
            </a:r>
          </a:p>
          <a:p>
            <a:pPr latinLnBrk="1"/>
            <a:endParaRPr lang="pt-BR" dirty="0"/>
          </a:p>
          <a:p>
            <a:r>
              <a:rPr lang="en-US" b="1" dirty="0"/>
              <a:t>JavaScript</a:t>
            </a:r>
            <a:endParaRPr lang="pt-BR" b="1" dirty="0"/>
          </a:p>
          <a:p>
            <a:r>
              <a:rPr lang="en-US" dirty="0"/>
              <a:t>alert("Bem-</a:t>
            </a:r>
            <a:r>
              <a:rPr lang="en-US" dirty="0" err="1"/>
              <a:t>vindo</a:t>
            </a:r>
            <a:r>
              <a:rPr lang="en-US" dirty="0"/>
              <a:t>!");</a:t>
            </a:r>
            <a:endParaRPr lang="pt-BR" sz="2800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954A3AD3-5A1B-49AB-C324-F184261EE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270555"/>
              </p:ext>
            </p:extLst>
          </p:nvPr>
        </p:nvGraphicFramePr>
        <p:xfrm>
          <a:off x="963613" y="858996"/>
          <a:ext cx="8596312" cy="73152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2810807016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21365231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 err="1">
                          <a:solidFill>
                            <a:schemeClr val="tx1"/>
                          </a:solidFill>
                          <a:effectLst/>
                        </a:rPr>
                        <a:t>Tecnologia</a:t>
                      </a:r>
                      <a:endParaRPr lang="pt-BR" sz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 err="1">
                          <a:solidFill>
                            <a:schemeClr val="tx1"/>
                          </a:solidFill>
                          <a:effectLst/>
                        </a:rPr>
                        <a:t>Função</a:t>
                      </a:r>
                      <a:endParaRPr lang="pt-BR" sz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5820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HTML</a:t>
                      </a:r>
                      <a:endParaRPr lang="pt-B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Estrutura da página</a:t>
                      </a:r>
                      <a:endParaRPr lang="pt-B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8284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CSS</a:t>
                      </a:r>
                      <a:endParaRPr lang="pt-B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Estilo e aparência</a:t>
                      </a:r>
                      <a:endParaRPr lang="pt-B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3651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JavaScript</a:t>
                      </a:r>
                      <a:endParaRPr lang="pt-BR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 err="1">
                          <a:effectLst/>
                        </a:rPr>
                        <a:t>Interatividade</a:t>
                      </a:r>
                      <a:r>
                        <a:rPr lang="en-US" sz="1200" dirty="0">
                          <a:effectLst/>
                        </a:rPr>
                        <a:t> e </a:t>
                      </a:r>
                      <a:r>
                        <a:rPr lang="en-US" sz="1200" dirty="0" err="1">
                          <a:effectLst/>
                        </a:rPr>
                        <a:t>comportamento</a:t>
                      </a:r>
                      <a:endParaRPr lang="pt-BR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8066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07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3313146" y="81653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Como </a:t>
            </a:r>
            <a:r>
              <a:rPr lang="en-US" sz="2400" b="1" dirty="0" err="1"/>
              <a:t>inserir</a:t>
            </a:r>
            <a:r>
              <a:rPr lang="en-US" sz="2400" b="1" dirty="0"/>
              <a:t> JavaScript no HTML</a:t>
            </a:r>
            <a:endParaRPr lang="pt-BR" sz="32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1008096" y="630557"/>
            <a:ext cx="851690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Existem</a:t>
            </a:r>
            <a:r>
              <a:rPr lang="en-US" dirty="0"/>
              <a:t> 3 formas </a:t>
            </a:r>
            <a:r>
              <a:rPr lang="en-US" dirty="0" err="1"/>
              <a:t>principais</a:t>
            </a:r>
            <a:r>
              <a:rPr lang="en-US" dirty="0"/>
              <a:t>:</a:t>
            </a:r>
          </a:p>
          <a:p>
            <a:endParaRPr lang="pt-BR" sz="1400" dirty="0"/>
          </a:p>
          <a:p>
            <a:r>
              <a:rPr lang="en-US" b="1" dirty="0"/>
              <a:t>JavaScript Inline: </a:t>
            </a:r>
            <a:r>
              <a:rPr lang="en-US" dirty="0"/>
              <a:t>Código </a:t>
            </a:r>
            <a:r>
              <a:rPr lang="en-US" dirty="0" err="1"/>
              <a:t>diretamente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tag HTML.</a:t>
            </a:r>
            <a:endParaRPr lang="pt-BR" dirty="0"/>
          </a:p>
          <a:p>
            <a:pPr latinLnBrk="1"/>
            <a:r>
              <a:rPr lang="en-US" dirty="0"/>
              <a:t>&lt;</a:t>
            </a:r>
            <a:r>
              <a:rPr lang="en-US" b="1" dirty="0"/>
              <a:t>button</a:t>
            </a:r>
            <a:r>
              <a:rPr lang="en-US" dirty="0"/>
              <a:t> onclick="alert('Olá!')"&gt;</a:t>
            </a:r>
            <a:br>
              <a:rPr lang="en-US" dirty="0"/>
            </a:br>
            <a:r>
              <a:rPr lang="en-US" dirty="0"/>
              <a:t>    Clique </a:t>
            </a:r>
            <a:r>
              <a:rPr lang="en-US" dirty="0" err="1"/>
              <a:t>aqui</a:t>
            </a:r>
            <a:br>
              <a:rPr lang="en-US" dirty="0"/>
            </a:br>
            <a:r>
              <a:rPr lang="en-US" dirty="0"/>
              <a:t>&lt;/</a:t>
            </a:r>
            <a:r>
              <a:rPr lang="en-US" b="1" dirty="0"/>
              <a:t>button</a:t>
            </a:r>
            <a:r>
              <a:rPr lang="en-US" dirty="0"/>
              <a:t>&gt;</a:t>
            </a:r>
          </a:p>
          <a:p>
            <a:r>
              <a:rPr lang="en-US" b="1" dirty="0" err="1"/>
              <a:t>Desvantagem</a:t>
            </a:r>
            <a:r>
              <a:rPr lang="en-US" b="1" dirty="0"/>
              <a:t>: </a:t>
            </a:r>
            <a:r>
              <a:rPr lang="en-US" dirty="0"/>
              <a:t>Mistura HTML com JavaScript.</a:t>
            </a:r>
          </a:p>
          <a:p>
            <a:endParaRPr lang="en-US" dirty="0"/>
          </a:p>
          <a:p>
            <a:r>
              <a:rPr lang="en-US" b="1" dirty="0"/>
              <a:t>JavaScript </a:t>
            </a:r>
            <a:r>
              <a:rPr lang="en-US" b="1" dirty="0" err="1"/>
              <a:t>Interno</a:t>
            </a:r>
            <a:r>
              <a:rPr lang="en-US" b="1" dirty="0"/>
              <a:t>: </a:t>
            </a:r>
            <a:r>
              <a:rPr lang="en-US" dirty="0"/>
              <a:t>Código </a:t>
            </a:r>
            <a:r>
              <a:rPr lang="en-US" dirty="0" err="1"/>
              <a:t>dentro</a:t>
            </a:r>
            <a:r>
              <a:rPr lang="en-US" dirty="0"/>
              <a:t> da tag &lt;script&gt;.</a:t>
            </a:r>
            <a:endParaRPr lang="pt-BR" dirty="0"/>
          </a:p>
          <a:p>
            <a:r>
              <a:rPr lang="pt-BR" dirty="0"/>
              <a:t>&lt;!DOCTYPE 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r>
              <a:rPr lang="pt-BR" dirty="0"/>
              <a:t>&lt;</a:t>
            </a:r>
            <a:r>
              <a:rPr lang="pt-BR" dirty="0" err="1"/>
              <a:t>html</a:t>
            </a:r>
            <a:r>
              <a:rPr lang="pt-BR" dirty="0"/>
              <a:t> </a:t>
            </a:r>
            <a:r>
              <a:rPr lang="pt-BR" dirty="0" err="1"/>
              <a:t>lang</a:t>
            </a:r>
            <a:r>
              <a:rPr lang="pt-BR" dirty="0"/>
              <a:t>="</a:t>
            </a:r>
            <a:r>
              <a:rPr lang="pt-BR" dirty="0" err="1"/>
              <a:t>pt-br</a:t>
            </a:r>
            <a:r>
              <a:rPr lang="pt-BR" dirty="0"/>
              <a:t>"&gt;</a:t>
            </a:r>
          </a:p>
          <a:p>
            <a:r>
              <a:rPr lang="pt-BR" dirty="0"/>
              <a:t>&lt;</a:t>
            </a:r>
            <a:r>
              <a:rPr lang="pt-BR" dirty="0" err="1"/>
              <a:t>head</a:t>
            </a:r>
            <a:r>
              <a:rPr lang="pt-BR" dirty="0"/>
              <a:t>&gt;</a:t>
            </a:r>
          </a:p>
          <a:p>
            <a:r>
              <a:rPr lang="pt-BR" dirty="0"/>
              <a:t>    &lt;meta </a:t>
            </a:r>
            <a:r>
              <a:rPr lang="pt-BR" dirty="0" err="1"/>
              <a:t>charset</a:t>
            </a:r>
            <a:r>
              <a:rPr lang="pt-BR" dirty="0"/>
              <a:t>="UTF-8"&gt;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b="1" dirty="0"/>
              <a:t>title</a:t>
            </a:r>
            <a:r>
              <a:rPr lang="en-US" dirty="0"/>
              <a:t>&gt;</a:t>
            </a:r>
            <a:r>
              <a:rPr lang="en-US" dirty="0" err="1"/>
              <a:t>Exemplo</a:t>
            </a:r>
            <a:r>
              <a:rPr lang="en-US" dirty="0"/>
              <a:t> JS&lt;/</a:t>
            </a:r>
            <a:r>
              <a:rPr lang="en-US" b="1" dirty="0"/>
              <a:t>title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b="1" dirty="0"/>
              <a:t>head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</a:t>
            </a:r>
            <a:r>
              <a:rPr lang="en-US" b="1" dirty="0"/>
              <a:t>body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</a:t>
            </a:r>
            <a:r>
              <a:rPr lang="en-US" b="1" dirty="0"/>
              <a:t>h1</a:t>
            </a:r>
            <a:r>
              <a:rPr lang="en-US" dirty="0"/>
              <a:t>&gt;JavaScript </a:t>
            </a:r>
            <a:r>
              <a:rPr lang="en-US" dirty="0" err="1"/>
              <a:t>Interno</a:t>
            </a:r>
            <a:r>
              <a:rPr lang="en-US" dirty="0"/>
              <a:t>&lt;/</a:t>
            </a:r>
            <a:r>
              <a:rPr lang="en-US" b="1" dirty="0"/>
              <a:t>h1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</a:t>
            </a:r>
            <a:r>
              <a:rPr lang="en-US" b="1" dirty="0"/>
              <a:t>script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alert("Olá </a:t>
            </a:r>
            <a:r>
              <a:rPr lang="en-US" dirty="0" err="1"/>
              <a:t>mundo</a:t>
            </a:r>
            <a:r>
              <a:rPr lang="en-US" dirty="0"/>
              <a:t>!");</a:t>
            </a:r>
            <a:br>
              <a:rPr lang="en-US" dirty="0"/>
            </a:br>
            <a:r>
              <a:rPr lang="en-US" dirty="0"/>
              <a:t>&lt;/</a:t>
            </a:r>
            <a:r>
              <a:rPr lang="en-US" b="1" dirty="0"/>
              <a:t>script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b="1" dirty="0"/>
              <a:t>body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b="1" dirty="0"/>
              <a:t>html</a:t>
            </a:r>
            <a:r>
              <a:rPr lang="en-US" dirty="0"/>
              <a:t>&gt;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2189182" y="0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Como </a:t>
            </a:r>
            <a:r>
              <a:rPr lang="en-US" sz="2800" b="1" dirty="0" err="1"/>
              <a:t>inserir</a:t>
            </a:r>
            <a:r>
              <a:rPr lang="en-US" sz="2800" b="1" dirty="0"/>
              <a:t> JavaScript no HTML</a:t>
            </a:r>
            <a:endParaRPr lang="pt-BR" sz="36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1163008" y="958815"/>
            <a:ext cx="7409492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JavaScript </a:t>
            </a:r>
            <a:r>
              <a:rPr lang="en-US" sz="2000" b="1" dirty="0" err="1"/>
              <a:t>Externo</a:t>
            </a:r>
            <a:r>
              <a:rPr lang="en-US" sz="2000" b="1" dirty="0"/>
              <a:t> (</a:t>
            </a:r>
            <a:r>
              <a:rPr lang="en-US" sz="2000" b="1" dirty="0" err="1"/>
              <a:t>Recomendado</a:t>
            </a:r>
            <a:r>
              <a:rPr lang="en-US" sz="2000" b="1" dirty="0"/>
              <a:t>)</a:t>
            </a:r>
            <a:endParaRPr lang="pt-BR" sz="2000" b="1" dirty="0"/>
          </a:p>
          <a:p>
            <a:endParaRPr lang="pt-BR" sz="2000" dirty="0"/>
          </a:p>
          <a:p>
            <a:r>
              <a:rPr lang="en-US" sz="2000" b="1" dirty="0"/>
              <a:t>index.html:</a:t>
            </a:r>
            <a:endParaRPr lang="pt-BR" sz="2000" b="1" dirty="0"/>
          </a:p>
          <a:p>
            <a:r>
              <a:rPr lang="pt-BR" b="1" dirty="0"/>
              <a:t>&lt;!DOCTYPE </a:t>
            </a:r>
            <a:r>
              <a:rPr lang="pt-BR" b="1" dirty="0" err="1"/>
              <a:t>html</a:t>
            </a:r>
            <a:r>
              <a:rPr lang="pt-BR" b="1" dirty="0"/>
              <a:t>&gt;</a:t>
            </a:r>
          </a:p>
          <a:p>
            <a:r>
              <a:rPr lang="pt-BR" b="1" dirty="0"/>
              <a:t>&lt;</a:t>
            </a:r>
            <a:r>
              <a:rPr lang="pt-BR" b="1" dirty="0" err="1"/>
              <a:t>html</a:t>
            </a:r>
            <a:r>
              <a:rPr lang="pt-BR" b="1" dirty="0"/>
              <a:t> </a:t>
            </a:r>
            <a:r>
              <a:rPr lang="pt-BR" b="1" dirty="0" err="1"/>
              <a:t>lang</a:t>
            </a:r>
            <a:r>
              <a:rPr lang="pt-BR" b="1" dirty="0"/>
              <a:t>="</a:t>
            </a:r>
            <a:r>
              <a:rPr lang="pt-BR" b="1" dirty="0" err="1"/>
              <a:t>pt-br</a:t>
            </a:r>
            <a:r>
              <a:rPr lang="pt-BR" b="1" dirty="0"/>
              <a:t>"&gt;</a:t>
            </a:r>
          </a:p>
          <a:p>
            <a:r>
              <a:rPr lang="pt-BR" b="1" dirty="0"/>
              <a:t>&lt;</a:t>
            </a:r>
            <a:r>
              <a:rPr lang="pt-BR" b="1" dirty="0" err="1"/>
              <a:t>head</a:t>
            </a:r>
            <a:r>
              <a:rPr lang="pt-BR" b="1" dirty="0"/>
              <a:t>&gt;</a:t>
            </a:r>
          </a:p>
          <a:p>
            <a:r>
              <a:rPr lang="pt-BR" b="1" dirty="0"/>
              <a:t>    &lt;meta </a:t>
            </a:r>
            <a:r>
              <a:rPr lang="pt-BR" b="1" dirty="0" err="1"/>
              <a:t>charset</a:t>
            </a:r>
            <a:r>
              <a:rPr lang="pt-BR" b="1" dirty="0"/>
              <a:t>="UTF-8"&gt;</a:t>
            </a:r>
          </a:p>
          <a:p>
            <a:r>
              <a:rPr lang="pt-BR" b="1" dirty="0"/>
              <a:t>    &lt;</a:t>
            </a:r>
            <a:r>
              <a:rPr lang="pt-BR" b="1" dirty="0" err="1"/>
              <a:t>title</a:t>
            </a:r>
            <a:r>
              <a:rPr lang="pt-BR" b="1" dirty="0"/>
              <a:t>&gt;Aula </a:t>
            </a:r>
            <a:r>
              <a:rPr lang="pt-BR" b="1" dirty="0" err="1"/>
              <a:t>JavaScript</a:t>
            </a:r>
            <a:r>
              <a:rPr lang="pt-BR" b="1" dirty="0"/>
              <a:t>&lt;/</a:t>
            </a:r>
            <a:r>
              <a:rPr lang="pt-BR" b="1" dirty="0" err="1"/>
              <a:t>title</a:t>
            </a:r>
            <a:r>
              <a:rPr lang="pt-BR" b="1" dirty="0"/>
              <a:t>&gt;</a:t>
            </a:r>
          </a:p>
          <a:p>
            <a:r>
              <a:rPr lang="pt-BR" b="1" dirty="0"/>
              <a:t>&lt;/</a:t>
            </a:r>
            <a:r>
              <a:rPr lang="pt-BR" b="1" dirty="0" err="1"/>
              <a:t>head</a:t>
            </a:r>
            <a:r>
              <a:rPr lang="pt-BR" b="1" dirty="0"/>
              <a:t>&gt;</a:t>
            </a:r>
          </a:p>
          <a:p>
            <a:r>
              <a:rPr lang="pt-BR" b="1" dirty="0"/>
              <a:t>&lt;body&gt;</a:t>
            </a:r>
            <a:br>
              <a:rPr lang="en-US" sz="2000" dirty="0"/>
            </a:br>
            <a:r>
              <a:rPr lang="en-US" sz="2000" dirty="0"/>
              <a:t>   &lt;</a:t>
            </a:r>
            <a:r>
              <a:rPr lang="en-US" sz="2000" b="1" dirty="0"/>
              <a:t>h1</a:t>
            </a:r>
            <a:r>
              <a:rPr lang="en-US" sz="2000" dirty="0"/>
              <a:t>&gt;Meu Site&lt;/</a:t>
            </a:r>
            <a:r>
              <a:rPr lang="en-US" sz="2000" b="1" dirty="0"/>
              <a:t>h1</a:t>
            </a:r>
            <a:r>
              <a:rPr lang="en-US" sz="2000" dirty="0"/>
              <a:t>&gt;</a:t>
            </a:r>
            <a:br>
              <a:rPr lang="en-US" sz="2000" dirty="0"/>
            </a:br>
            <a:r>
              <a:rPr lang="en-US" sz="2000" dirty="0"/>
              <a:t>   &lt;</a:t>
            </a:r>
            <a:r>
              <a:rPr lang="en-US" sz="2000" b="1" dirty="0"/>
              <a:t>script</a:t>
            </a:r>
            <a:r>
              <a:rPr lang="en-US" sz="2000" dirty="0"/>
              <a:t> </a:t>
            </a:r>
            <a:r>
              <a:rPr lang="en-US" sz="2000" dirty="0" err="1"/>
              <a:t>src</a:t>
            </a:r>
            <a:r>
              <a:rPr lang="en-US" sz="2000" dirty="0"/>
              <a:t>="script.js"&gt;&lt;/</a:t>
            </a:r>
            <a:r>
              <a:rPr lang="en-US" sz="2000" b="1" dirty="0"/>
              <a:t>script</a:t>
            </a:r>
            <a:r>
              <a:rPr lang="en-US" sz="2000" dirty="0"/>
              <a:t>&gt;</a:t>
            </a:r>
            <a:br>
              <a:rPr lang="en-US" sz="2000" dirty="0"/>
            </a:br>
            <a:r>
              <a:rPr lang="en-US" sz="2000" dirty="0"/>
              <a:t>&lt;/</a:t>
            </a:r>
            <a:r>
              <a:rPr lang="en-US" sz="2000" b="1" dirty="0"/>
              <a:t>body</a:t>
            </a:r>
            <a:r>
              <a:rPr lang="en-US" sz="2000" dirty="0"/>
              <a:t>&gt;</a:t>
            </a:r>
            <a:br>
              <a:rPr lang="en-US" sz="2000" dirty="0"/>
            </a:br>
            <a:r>
              <a:rPr lang="en-US" sz="2000" dirty="0"/>
              <a:t>&lt;/</a:t>
            </a:r>
            <a:r>
              <a:rPr lang="en-US" sz="2000" b="1" dirty="0"/>
              <a:t>html</a:t>
            </a:r>
            <a:r>
              <a:rPr lang="en-US" sz="2000" dirty="0"/>
              <a:t>&gt;</a:t>
            </a:r>
          </a:p>
          <a:p>
            <a:pPr latinLnBrk="1"/>
            <a:endParaRPr lang="pt-BR" sz="2000" dirty="0"/>
          </a:p>
          <a:p>
            <a:r>
              <a:rPr lang="en-US" sz="2000" b="1" dirty="0"/>
              <a:t>script.js</a:t>
            </a:r>
            <a:endParaRPr lang="pt-BR" sz="2000" b="1" dirty="0"/>
          </a:p>
          <a:p>
            <a:pPr latinLnBrk="1"/>
            <a:r>
              <a:rPr lang="en-US" sz="2000" dirty="0"/>
              <a:t>alert("</a:t>
            </a:r>
            <a:r>
              <a:rPr lang="en-US" sz="2000" dirty="0" err="1"/>
              <a:t>Arquivo</a:t>
            </a:r>
            <a:r>
              <a:rPr lang="en-US" sz="2000" dirty="0"/>
              <a:t> </a:t>
            </a:r>
            <a:r>
              <a:rPr lang="en-US" sz="2000" dirty="0" err="1"/>
              <a:t>externo</a:t>
            </a:r>
            <a:r>
              <a:rPr lang="en-US" sz="2000" dirty="0"/>
              <a:t> </a:t>
            </a:r>
            <a:r>
              <a:rPr lang="en-US" sz="2000" dirty="0" err="1"/>
              <a:t>funcionando</a:t>
            </a:r>
            <a:r>
              <a:rPr lang="en-US" sz="2000" dirty="0"/>
              <a:t>!");</a:t>
            </a:r>
            <a:endParaRPr lang="pt-BR" sz="2000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6F6FC-BFE7-5E7F-854D-A66B9B0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3F4009D-8E92-141B-9AED-EC5000BE0CB0}"/>
              </a:ext>
            </a:extLst>
          </p:cNvPr>
          <p:cNvSpPr txBox="1"/>
          <p:nvPr/>
        </p:nvSpPr>
        <p:spPr>
          <a:xfrm>
            <a:off x="2198707" y="229200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Primeiros</a:t>
            </a:r>
            <a:r>
              <a:rPr lang="en-US" sz="2800" b="1" dirty="0"/>
              <a:t> </a:t>
            </a:r>
            <a:r>
              <a:rPr lang="en-US" sz="2800" b="1" dirty="0" err="1"/>
              <a:t>Comandos</a:t>
            </a:r>
            <a:r>
              <a:rPr lang="en-US" sz="2800" b="1" dirty="0"/>
              <a:t> JavaScript</a:t>
            </a:r>
            <a:endParaRPr lang="pt-BR" sz="48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CA390C-A0DE-E0EE-9B09-9B76DD559A77}"/>
              </a:ext>
            </a:extLst>
          </p:cNvPr>
          <p:cNvSpPr txBox="1"/>
          <p:nvPr/>
        </p:nvSpPr>
        <p:spPr>
          <a:xfrm>
            <a:off x="884333" y="889843"/>
            <a:ext cx="87263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alert() 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dirty="0" err="1"/>
              <a:t>Exibe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caixa</a:t>
            </a:r>
            <a:r>
              <a:rPr lang="en-US" dirty="0"/>
              <a:t> de </a:t>
            </a:r>
            <a:r>
              <a:rPr lang="en-US" dirty="0" err="1"/>
              <a:t>mensagem</a:t>
            </a:r>
            <a:r>
              <a:rPr lang="en-US" dirty="0"/>
              <a:t>.</a:t>
            </a:r>
            <a:endParaRPr lang="pt-BR" dirty="0"/>
          </a:p>
          <a:p>
            <a:pPr latinLnBrk="1"/>
            <a:r>
              <a:rPr lang="en-US" dirty="0"/>
              <a:t>alert("Bem-</a:t>
            </a:r>
            <a:r>
              <a:rPr lang="en-US" dirty="0" err="1"/>
              <a:t>vindo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curso</a:t>
            </a:r>
            <a:r>
              <a:rPr lang="en-US" dirty="0"/>
              <a:t>!");</a:t>
            </a:r>
          </a:p>
          <a:p>
            <a:pPr latinLnBrk="1"/>
            <a:endParaRPr lang="en-US" dirty="0"/>
          </a:p>
          <a:p>
            <a:pPr latinLnBrk="1"/>
            <a:r>
              <a:rPr lang="en-US" b="1" dirty="0"/>
              <a:t>console.log()</a:t>
            </a:r>
            <a:endParaRPr lang="pt-BR" b="1" dirty="0"/>
          </a:p>
          <a:p>
            <a:r>
              <a:rPr lang="en-US" dirty="0" err="1"/>
              <a:t>Exibe</a:t>
            </a:r>
            <a:r>
              <a:rPr lang="en-US" dirty="0"/>
              <a:t> </a:t>
            </a:r>
            <a:r>
              <a:rPr lang="en-US" dirty="0" err="1"/>
              <a:t>mensagens</a:t>
            </a:r>
            <a:r>
              <a:rPr lang="en-US" dirty="0"/>
              <a:t> no console do </a:t>
            </a:r>
            <a:r>
              <a:rPr lang="en-US" dirty="0" err="1"/>
              <a:t>navegador</a:t>
            </a:r>
            <a:r>
              <a:rPr lang="en-US" dirty="0"/>
              <a:t>. Para </a:t>
            </a:r>
            <a:r>
              <a:rPr lang="en-US" dirty="0" err="1"/>
              <a:t>abrir</a:t>
            </a:r>
            <a:r>
              <a:rPr lang="en-US" dirty="0"/>
              <a:t> o console usar F12.</a:t>
            </a:r>
            <a:endParaRPr lang="pt-BR" dirty="0"/>
          </a:p>
          <a:p>
            <a:pPr latinLnBrk="1"/>
            <a:r>
              <a:rPr lang="en-US" dirty="0"/>
              <a:t>console.log("Teste no console");</a:t>
            </a:r>
            <a:endParaRPr lang="pt-BR" dirty="0"/>
          </a:p>
          <a:p>
            <a:pPr lvl="0"/>
            <a:endParaRPr lang="en-US" dirty="0"/>
          </a:p>
          <a:p>
            <a:r>
              <a:rPr lang="en-US" b="1" dirty="0"/>
              <a:t>prompt()</a:t>
            </a:r>
            <a:endParaRPr lang="pt-BR" b="1" dirty="0"/>
          </a:p>
          <a:p>
            <a:r>
              <a:rPr lang="en-US" dirty="0" err="1"/>
              <a:t>Solicita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informação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usuário</a:t>
            </a:r>
            <a:r>
              <a:rPr lang="en-US" dirty="0"/>
              <a:t>.</a:t>
            </a:r>
            <a:endParaRPr lang="pt-BR" dirty="0"/>
          </a:p>
          <a:p>
            <a:pPr latinLnBrk="1"/>
            <a:r>
              <a:rPr lang="en-US" dirty="0"/>
              <a:t>prompt("</a:t>
            </a:r>
            <a:r>
              <a:rPr lang="en-US" dirty="0" err="1"/>
              <a:t>Digite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:");</a:t>
            </a:r>
            <a:endParaRPr lang="pt-BR" dirty="0"/>
          </a:p>
          <a:p>
            <a:pPr lvl="0"/>
            <a:endParaRPr lang="pt-BR" dirty="0"/>
          </a:p>
          <a:p>
            <a:r>
              <a:rPr lang="en-US" b="1" dirty="0" err="1"/>
              <a:t>Exemplo</a:t>
            </a:r>
            <a:r>
              <a:rPr lang="en-US" b="1" dirty="0"/>
              <a:t>:</a:t>
            </a:r>
            <a:endParaRPr lang="pt-BR" b="1" dirty="0"/>
          </a:p>
          <a:p>
            <a:pPr latinLnBrk="1"/>
            <a:r>
              <a:rPr lang="en-US" b="1" dirty="0"/>
              <a:t>let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 = prompt("</a:t>
            </a:r>
            <a:r>
              <a:rPr lang="en-US" dirty="0" err="1"/>
              <a:t>Digite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:");</a:t>
            </a:r>
            <a:br>
              <a:rPr lang="en-US" dirty="0"/>
            </a:br>
            <a:r>
              <a:rPr lang="en-US" dirty="0"/>
              <a:t>alert("Olá " + </a:t>
            </a:r>
            <a:r>
              <a:rPr lang="en-US" dirty="0" err="1"/>
              <a:t>nome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console.log("</a:t>
            </a:r>
            <a:r>
              <a:rPr lang="en-US" dirty="0" err="1"/>
              <a:t>Usuário</a:t>
            </a:r>
            <a:r>
              <a:rPr lang="en-US" dirty="0"/>
              <a:t> </a:t>
            </a:r>
            <a:r>
              <a:rPr lang="en-US" dirty="0" err="1"/>
              <a:t>digitou</a:t>
            </a:r>
            <a:r>
              <a:rPr lang="en-US" dirty="0"/>
              <a:t>: " + </a:t>
            </a:r>
            <a:r>
              <a:rPr lang="en-US" dirty="0" err="1"/>
              <a:t>nome</a:t>
            </a:r>
            <a:r>
              <a:rPr lang="en-US" dirty="0"/>
              <a:t>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336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763E-7987-8A10-12F5-F9FD195F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0B76D330-1968-7F7F-DD75-2AE11B234992}"/>
              </a:ext>
            </a:extLst>
          </p:cNvPr>
          <p:cNvSpPr txBox="1"/>
          <p:nvPr/>
        </p:nvSpPr>
        <p:spPr>
          <a:xfrm>
            <a:off x="3086101" y="25360"/>
            <a:ext cx="58102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err="1"/>
              <a:t>Variáveis</a:t>
            </a:r>
            <a:endParaRPr lang="pt-BR" sz="66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D03DE11-D69B-A245-6366-DBBC73ED6C8A}"/>
              </a:ext>
            </a:extLst>
          </p:cNvPr>
          <p:cNvSpPr txBox="1"/>
          <p:nvPr/>
        </p:nvSpPr>
        <p:spPr>
          <a:xfrm>
            <a:off x="1095725" y="671691"/>
            <a:ext cx="71338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Variáveis</a:t>
            </a:r>
            <a:r>
              <a:rPr lang="en-US" dirty="0"/>
              <a:t> </a:t>
            </a:r>
            <a:r>
              <a:rPr lang="en-US" dirty="0" err="1"/>
              <a:t>armazenam</a:t>
            </a:r>
            <a:r>
              <a:rPr lang="en-US" dirty="0"/>
              <a:t> </a:t>
            </a:r>
            <a:r>
              <a:rPr lang="en-US" dirty="0" err="1"/>
              <a:t>informações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Forma </a:t>
            </a:r>
            <a:r>
              <a:rPr lang="en-US" dirty="0" err="1"/>
              <a:t>antiga</a:t>
            </a:r>
            <a:r>
              <a:rPr lang="en-US" dirty="0"/>
              <a:t> de </a:t>
            </a: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variáveis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/>
              <a:t>var</a:t>
            </a:r>
            <a:r>
              <a:rPr lang="en-US" dirty="0"/>
              <a:t> </a:t>
            </a:r>
            <a:r>
              <a:rPr lang="en-US" dirty="0" err="1"/>
              <a:t>idade</a:t>
            </a:r>
            <a:r>
              <a:rPr lang="en-US" dirty="0"/>
              <a:t> = 25;</a:t>
            </a:r>
            <a:endParaRPr lang="pt-BR" dirty="0"/>
          </a:p>
          <a:p>
            <a:r>
              <a:rPr lang="en-US" dirty="0"/>
              <a:t>Forma moderna e </a:t>
            </a:r>
            <a:r>
              <a:rPr lang="en-US" dirty="0" err="1"/>
              <a:t>recomendada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/>
              <a:t>let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 = "Carlos";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DFC6DA3-16BF-4263-BF7E-B1EACCEBE495}"/>
              </a:ext>
            </a:extLst>
          </p:cNvPr>
          <p:cNvSpPr txBox="1"/>
          <p:nvPr/>
        </p:nvSpPr>
        <p:spPr>
          <a:xfrm>
            <a:off x="1095725" y="2119491"/>
            <a:ext cx="71338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Const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dirty="0" err="1"/>
              <a:t>Usada</a:t>
            </a:r>
            <a:r>
              <a:rPr lang="en-US" dirty="0"/>
              <a:t> para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fixos</a:t>
            </a:r>
            <a:r>
              <a:rPr lang="en-US" dirty="0"/>
              <a:t>.</a:t>
            </a:r>
          </a:p>
          <a:p>
            <a:r>
              <a:rPr lang="en-US" b="1" dirty="0"/>
              <a:t>const</a:t>
            </a:r>
            <a:r>
              <a:rPr lang="en-US" dirty="0"/>
              <a:t> pi = 3.14;</a:t>
            </a:r>
          </a:p>
          <a:p>
            <a:endParaRPr lang="en-US" dirty="0"/>
          </a:p>
          <a:p>
            <a:r>
              <a:rPr lang="en-US" b="1" dirty="0" err="1"/>
              <a:t>Regras</a:t>
            </a:r>
            <a:r>
              <a:rPr lang="en-US" b="1" dirty="0"/>
              <a:t> para </a:t>
            </a:r>
            <a:r>
              <a:rPr lang="en-US" b="1" dirty="0" err="1"/>
              <a:t>nomes</a:t>
            </a:r>
            <a:r>
              <a:rPr lang="en-US" b="1" dirty="0"/>
              <a:t> de </a:t>
            </a:r>
            <a:r>
              <a:rPr lang="en-US" b="1" dirty="0" err="1"/>
              <a:t>variáveis</a:t>
            </a:r>
            <a:endParaRPr lang="pt-BR" b="1" dirty="0"/>
          </a:p>
          <a:p>
            <a:endParaRPr lang="en-US" b="1" dirty="0"/>
          </a:p>
          <a:p>
            <a:r>
              <a:rPr lang="en-US" b="1" dirty="0"/>
              <a:t>Pode:</a:t>
            </a:r>
            <a:endParaRPr lang="pt-BR" b="1" dirty="0"/>
          </a:p>
          <a:p>
            <a:pPr latinLnBrk="1"/>
            <a:r>
              <a:rPr lang="en-US" b="1" dirty="0"/>
              <a:t>let</a:t>
            </a:r>
            <a:r>
              <a:rPr lang="en-US" dirty="0"/>
              <a:t> </a:t>
            </a:r>
            <a:r>
              <a:rPr lang="en-US" dirty="0" err="1"/>
              <a:t>nomeUsuario</a:t>
            </a:r>
            <a:r>
              <a:rPr lang="en-US" dirty="0"/>
              <a:t>;</a:t>
            </a:r>
            <a:br>
              <a:rPr lang="en-US" dirty="0"/>
            </a:br>
            <a:r>
              <a:rPr lang="en-US" b="1" dirty="0"/>
              <a:t>let</a:t>
            </a:r>
            <a:r>
              <a:rPr lang="en-US" dirty="0"/>
              <a:t> </a:t>
            </a:r>
            <a:r>
              <a:rPr lang="en-US" dirty="0" err="1"/>
              <a:t>idade</a:t>
            </a:r>
            <a:r>
              <a:rPr lang="en-US" dirty="0"/>
              <a:t>;</a:t>
            </a:r>
            <a:br>
              <a:rPr lang="en-US" dirty="0"/>
            </a:br>
            <a:r>
              <a:rPr lang="en-US" b="1" dirty="0"/>
              <a:t>let</a:t>
            </a:r>
            <a:r>
              <a:rPr lang="en-US" dirty="0"/>
              <a:t> </a:t>
            </a:r>
            <a:r>
              <a:rPr lang="en-US" dirty="0" err="1"/>
              <a:t>totalCompra</a:t>
            </a:r>
            <a:r>
              <a:rPr lang="en-US" dirty="0"/>
              <a:t>;</a:t>
            </a:r>
            <a:endParaRPr lang="pt-BR" dirty="0"/>
          </a:p>
          <a:p>
            <a:endParaRPr lang="en-US" b="1" dirty="0"/>
          </a:p>
          <a:p>
            <a:r>
              <a:rPr lang="en-US" b="1" dirty="0" err="1"/>
              <a:t>Não</a:t>
            </a:r>
            <a:r>
              <a:rPr lang="en-US" b="1" dirty="0"/>
              <a:t> </a:t>
            </a:r>
            <a:r>
              <a:rPr lang="en-US" b="1" dirty="0" err="1"/>
              <a:t>pode</a:t>
            </a:r>
            <a:r>
              <a:rPr lang="en-US" b="1" dirty="0"/>
              <a:t>:</a:t>
            </a:r>
            <a:endParaRPr lang="pt-BR" b="1" dirty="0"/>
          </a:p>
          <a:p>
            <a:pPr latinLnBrk="1"/>
            <a:r>
              <a:rPr lang="en-US" b="1" dirty="0"/>
              <a:t>let</a:t>
            </a:r>
            <a:r>
              <a:rPr lang="en-US" dirty="0"/>
              <a:t> 1nome;</a:t>
            </a:r>
            <a:br>
              <a:rPr lang="en-US" dirty="0"/>
            </a:br>
            <a:r>
              <a:rPr lang="en-US" b="1" dirty="0"/>
              <a:t>let</a:t>
            </a:r>
            <a:r>
              <a:rPr lang="en-US" dirty="0"/>
              <a:t> @valor;</a:t>
            </a:r>
            <a:br>
              <a:rPr lang="en-US" dirty="0"/>
            </a:br>
            <a:r>
              <a:rPr lang="en-US" b="1" dirty="0"/>
              <a:t>let</a:t>
            </a:r>
            <a:r>
              <a:rPr lang="en-US" dirty="0"/>
              <a:t> </a:t>
            </a:r>
            <a:r>
              <a:rPr lang="en-US" b="1" dirty="0"/>
              <a:t>var</a:t>
            </a:r>
            <a:r>
              <a:rPr lang="en-US" dirty="0"/>
              <a:t>;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68374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7EFC1-1D5B-345E-196E-041196D4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58B920B2-176F-BE25-5230-8EA3AE9E81E8}"/>
              </a:ext>
            </a:extLst>
          </p:cNvPr>
          <p:cNvSpPr txBox="1"/>
          <p:nvPr/>
        </p:nvSpPr>
        <p:spPr>
          <a:xfrm>
            <a:off x="3086101" y="25360"/>
            <a:ext cx="5810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/>
              <a:t>Tipos</a:t>
            </a:r>
            <a:r>
              <a:rPr lang="en-US" sz="3600" b="1" dirty="0"/>
              <a:t> de Dados</a:t>
            </a:r>
            <a:endParaRPr lang="pt-BR" sz="115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C87B630-EA2B-E8A3-F34C-A145B6DE073E}"/>
              </a:ext>
            </a:extLst>
          </p:cNvPr>
          <p:cNvSpPr txBox="1"/>
          <p:nvPr/>
        </p:nvSpPr>
        <p:spPr>
          <a:xfrm>
            <a:off x="1019525" y="671691"/>
            <a:ext cx="71338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String 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dirty="0" err="1"/>
              <a:t>Texto</a:t>
            </a:r>
            <a:r>
              <a:rPr lang="en-US" dirty="0"/>
              <a:t>.</a:t>
            </a:r>
            <a:endParaRPr lang="pt-BR" dirty="0"/>
          </a:p>
          <a:p>
            <a:pPr latinLnBrk="1"/>
            <a:r>
              <a:rPr lang="en-US" b="1" dirty="0"/>
              <a:t>let</a:t>
            </a:r>
            <a:r>
              <a:rPr lang="en-US" dirty="0"/>
              <a:t> </a:t>
            </a:r>
            <a:r>
              <a:rPr lang="en-US" dirty="0" err="1"/>
              <a:t>cidade</a:t>
            </a:r>
            <a:r>
              <a:rPr lang="en-US" dirty="0"/>
              <a:t> = "</a:t>
            </a:r>
            <a:r>
              <a:rPr lang="en-US" dirty="0" err="1"/>
              <a:t>Timbó</a:t>
            </a:r>
            <a:r>
              <a:rPr lang="en-US" dirty="0"/>
              <a:t>";</a:t>
            </a:r>
          </a:p>
          <a:p>
            <a:pPr latinLnBrk="1"/>
            <a:endParaRPr lang="en-US" dirty="0"/>
          </a:p>
          <a:p>
            <a:pPr latinLnBrk="1"/>
            <a:r>
              <a:rPr lang="en-US" b="1" dirty="0"/>
              <a:t>Number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Números</a:t>
            </a:r>
            <a:endParaRPr lang="en-US" dirty="0">
              <a:sym typeface="Wingdings" panose="05000000000000000000" pitchFamily="2" charset="2"/>
            </a:endParaRPr>
          </a:p>
          <a:p>
            <a:pPr latinLnBrk="1"/>
            <a:r>
              <a:rPr lang="en-US" b="1" dirty="0"/>
              <a:t>let</a:t>
            </a:r>
            <a:r>
              <a:rPr lang="en-US" dirty="0"/>
              <a:t> </a:t>
            </a:r>
            <a:r>
              <a:rPr lang="en-US" dirty="0" err="1"/>
              <a:t>idade</a:t>
            </a:r>
            <a:r>
              <a:rPr lang="en-US" dirty="0"/>
              <a:t> = 30;</a:t>
            </a:r>
            <a:br>
              <a:rPr lang="en-US" dirty="0"/>
            </a:br>
            <a:r>
              <a:rPr lang="en-US" b="1" dirty="0"/>
              <a:t>let</a:t>
            </a:r>
            <a:r>
              <a:rPr lang="en-US" dirty="0"/>
              <a:t> </a:t>
            </a:r>
            <a:r>
              <a:rPr lang="en-US" dirty="0" err="1"/>
              <a:t>altura</a:t>
            </a:r>
            <a:r>
              <a:rPr lang="en-US" dirty="0"/>
              <a:t> = 1.75</a:t>
            </a:r>
          </a:p>
          <a:p>
            <a:pPr latinLnBrk="1"/>
            <a:endParaRPr lang="en-US" dirty="0"/>
          </a:p>
          <a:p>
            <a:pPr latinLnBrk="1"/>
            <a:r>
              <a:rPr lang="en-US" b="1" dirty="0"/>
              <a:t>Boolean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Valores </a:t>
            </a:r>
            <a:r>
              <a:rPr lang="en-US" dirty="0" err="1"/>
              <a:t>verdadeiro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falso</a:t>
            </a:r>
            <a:r>
              <a:rPr lang="en-US" dirty="0"/>
              <a:t>.</a:t>
            </a:r>
            <a:endParaRPr lang="pt-BR" dirty="0"/>
          </a:p>
          <a:p>
            <a:pPr latinLnBrk="1"/>
            <a:r>
              <a:rPr lang="en-US" b="1" dirty="0"/>
              <a:t>let</a:t>
            </a:r>
            <a:r>
              <a:rPr lang="en-US" dirty="0"/>
              <a:t> </a:t>
            </a:r>
            <a:r>
              <a:rPr lang="en-US" dirty="0" err="1"/>
              <a:t>aprovado</a:t>
            </a:r>
            <a:r>
              <a:rPr lang="en-US" dirty="0"/>
              <a:t> = </a:t>
            </a:r>
            <a:r>
              <a:rPr lang="en-US" b="1" dirty="0"/>
              <a:t>true</a:t>
            </a:r>
            <a:r>
              <a:rPr lang="en-US" dirty="0"/>
              <a:t>;</a:t>
            </a:r>
            <a:br>
              <a:rPr lang="en-US" dirty="0"/>
            </a:br>
            <a:r>
              <a:rPr lang="en-US" b="1" dirty="0"/>
              <a:t>let</a:t>
            </a:r>
            <a:r>
              <a:rPr lang="en-US" dirty="0"/>
              <a:t> </a:t>
            </a:r>
            <a:r>
              <a:rPr lang="en-US" dirty="0" err="1"/>
              <a:t>fechado</a:t>
            </a:r>
            <a:r>
              <a:rPr lang="en-US" dirty="0"/>
              <a:t> = </a:t>
            </a:r>
            <a:r>
              <a:rPr lang="en-US" b="1" dirty="0"/>
              <a:t>false</a:t>
            </a:r>
            <a:r>
              <a:rPr lang="en-US" dirty="0"/>
              <a:t>;</a:t>
            </a:r>
            <a:endParaRPr lang="pt-BR" dirty="0"/>
          </a:p>
          <a:p>
            <a:pPr latinLnBrk="1"/>
            <a:endParaRPr lang="en-US" dirty="0"/>
          </a:p>
          <a:p>
            <a:r>
              <a:rPr lang="en-US" b="1" dirty="0" err="1"/>
              <a:t>Verificando</a:t>
            </a:r>
            <a:r>
              <a:rPr lang="en-US" b="1" dirty="0"/>
              <a:t> </a:t>
            </a:r>
            <a:r>
              <a:rPr lang="en-US" b="1" dirty="0" err="1"/>
              <a:t>tipos</a:t>
            </a:r>
            <a:endParaRPr lang="pt-BR" b="1" dirty="0"/>
          </a:p>
          <a:p>
            <a:pPr latinLnBrk="1"/>
            <a:r>
              <a:rPr lang="en-US" b="1" dirty="0"/>
              <a:t>let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 = "Maria";</a:t>
            </a:r>
            <a:br>
              <a:rPr lang="en-US" dirty="0"/>
            </a:br>
            <a:r>
              <a:rPr lang="en-US" dirty="0"/>
              <a:t>console.log(</a:t>
            </a:r>
            <a:r>
              <a:rPr lang="en-US" b="1" dirty="0" err="1"/>
              <a:t>typeof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);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109B523-48F8-8BD7-F77B-E9A46189888E}"/>
              </a:ext>
            </a:extLst>
          </p:cNvPr>
          <p:cNvSpPr txBox="1"/>
          <p:nvPr/>
        </p:nvSpPr>
        <p:spPr>
          <a:xfrm>
            <a:off x="2433638" y="4875059"/>
            <a:ext cx="836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3200" b="1" dirty="0" err="1"/>
              <a:t>Concatenação</a:t>
            </a:r>
            <a:r>
              <a:rPr lang="en-US" sz="3200" b="1" dirty="0"/>
              <a:t>: </a:t>
            </a:r>
            <a:r>
              <a:rPr lang="en-US" sz="3200" dirty="0" err="1"/>
              <a:t>Unir</a:t>
            </a:r>
            <a:r>
              <a:rPr lang="en-US" sz="3200" dirty="0"/>
              <a:t> </a:t>
            </a:r>
            <a:r>
              <a:rPr lang="en-US" sz="3200" dirty="0" err="1"/>
              <a:t>textos</a:t>
            </a:r>
            <a:r>
              <a:rPr lang="en-US" sz="3200" dirty="0"/>
              <a:t> e </a:t>
            </a:r>
            <a:r>
              <a:rPr lang="en-US" sz="3200" dirty="0" err="1"/>
              <a:t>variáveis</a:t>
            </a:r>
            <a:r>
              <a:rPr lang="en-US" dirty="0"/>
              <a:t>.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C1EB497-D268-1E74-7FFC-A71C2C31EB42}"/>
              </a:ext>
            </a:extLst>
          </p:cNvPr>
          <p:cNvSpPr txBox="1"/>
          <p:nvPr/>
        </p:nvSpPr>
        <p:spPr>
          <a:xfrm>
            <a:off x="1100138" y="5692884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b="1" dirty="0"/>
              <a:t>let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 = "João";</a:t>
            </a:r>
            <a:br>
              <a:rPr lang="en-US" dirty="0"/>
            </a:br>
            <a:r>
              <a:rPr lang="en-US" dirty="0"/>
              <a:t>alert("Bem-</a:t>
            </a:r>
            <a:r>
              <a:rPr lang="en-US" dirty="0" err="1"/>
              <a:t>vindo</a:t>
            </a:r>
            <a:r>
              <a:rPr lang="en-US" dirty="0"/>
              <a:t> " + </a:t>
            </a:r>
            <a:r>
              <a:rPr lang="en-US" dirty="0" err="1"/>
              <a:t>nome</a:t>
            </a:r>
            <a:r>
              <a:rPr lang="en-US" dirty="0"/>
              <a:t>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5717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F8135-A72D-8A5D-6927-90296ADBC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26207C5-1CC3-0EC4-823E-21B96AA7B892}"/>
              </a:ext>
            </a:extLst>
          </p:cNvPr>
          <p:cNvSpPr txBox="1"/>
          <p:nvPr/>
        </p:nvSpPr>
        <p:spPr>
          <a:xfrm>
            <a:off x="2924525" y="36969"/>
            <a:ext cx="5810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Template</a:t>
            </a:r>
            <a:r>
              <a:rPr lang="en-US" sz="3200" b="1" dirty="0"/>
              <a:t> String</a:t>
            </a:r>
            <a:endParaRPr lang="pt-BR" sz="239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FD08264-F985-E070-DC0F-6E0126AE452E}"/>
              </a:ext>
            </a:extLst>
          </p:cNvPr>
          <p:cNvSpPr txBox="1"/>
          <p:nvPr/>
        </p:nvSpPr>
        <p:spPr>
          <a:xfrm>
            <a:off x="1019525" y="566916"/>
            <a:ext cx="71338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Forma moderna de </a:t>
            </a:r>
            <a:r>
              <a:rPr lang="en-US" dirty="0" err="1"/>
              <a:t>concatenar</a:t>
            </a:r>
            <a:r>
              <a:rPr lang="en-US" dirty="0"/>
              <a:t>.</a:t>
            </a:r>
            <a:endParaRPr lang="pt-BR" dirty="0"/>
          </a:p>
          <a:p>
            <a:pPr latinLnBrk="1"/>
            <a:r>
              <a:rPr lang="en-US" b="1" dirty="0"/>
              <a:t>let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 = "Ana";</a:t>
            </a:r>
            <a:br>
              <a:rPr lang="en-US" dirty="0"/>
            </a:br>
            <a:r>
              <a:rPr lang="en-US" b="1" dirty="0"/>
              <a:t>let</a:t>
            </a:r>
            <a:r>
              <a:rPr lang="en-US" dirty="0"/>
              <a:t> </a:t>
            </a:r>
            <a:r>
              <a:rPr lang="en-US" dirty="0" err="1"/>
              <a:t>idade</a:t>
            </a:r>
            <a:r>
              <a:rPr lang="en-US" dirty="0"/>
              <a:t> = 20;</a:t>
            </a:r>
            <a:br>
              <a:rPr lang="en-US" dirty="0"/>
            </a:br>
            <a:r>
              <a:rPr lang="en-US" dirty="0"/>
              <a:t>console.log(`Meu </a:t>
            </a:r>
            <a:r>
              <a:rPr lang="en-US" dirty="0" err="1"/>
              <a:t>nome</a:t>
            </a:r>
            <a:r>
              <a:rPr lang="en-US" dirty="0"/>
              <a:t> é ${</a:t>
            </a:r>
            <a:r>
              <a:rPr lang="en-US" dirty="0" err="1"/>
              <a:t>nome</a:t>
            </a:r>
            <a:r>
              <a:rPr lang="en-US" dirty="0"/>
              <a:t>} e </a:t>
            </a:r>
            <a:r>
              <a:rPr lang="en-US" dirty="0" err="1"/>
              <a:t>tenho</a:t>
            </a:r>
            <a:r>
              <a:rPr lang="en-US" dirty="0"/>
              <a:t> ${</a:t>
            </a:r>
            <a:r>
              <a:rPr lang="en-US" dirty="0" err="1"/>
              <a:t>idade</a:t>
            </a:r>
            <a:r>
              <a:rPr lang="en-US" dirty="0"/>
              <a:t>} </a:t>
            </a:r>
            <a:r>
              <a:rPr lang="en-US" dirty="0" err="1"/>
              <a:t>anos`</a:t>
            </a:r>
            <a:r>
              <a:rPr lang="en-US" dirty="0"/>
              <a:t>);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D90CBCC-4158-E51F-5111-0858EA078DEC}"/>
              </a:ext>
            </a:extLst>
          </p:cNvPr>
          <p:cNvSpPr txBox="1"/>
          <p:nvPr/>
        </p:nvSpPr>
        <p:spPr>
          <a:xfrm>
            <a:off x="914576" y="3117592"/>
            <a:ext cx="4343050" cy="33855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aula01.html</a:t>
            </a:r>
            <a:endParaRPr lang="pt-BR" sz="1600" b="1" dirty="0"/>
          </a:p>
          <a:p>
            <a:r>
              <a:rPr lang="pt-BR" dirty="0"/>
              <a:t>&lt;!DOCTYPE 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r>
              <a:rPr lang="pt-BR" dirty="0"/>
              <a:t>&lt;</a:t>
            </a:r>
            <a:r>
              <a:rPr lang="pt-BR" dirty="0" err="1"/>
              <a:t>html</a:t>
            </a:r>
            <a:r>
              <a:rPr lang="pt-BR" dirty="0"/>
              <a:t> </a:t>
            </a:r>
            <a:r>
              <a:rPr lang="pt-BR" dirty="0" err="1"/>
              <a:t>lang</a:t>
            </a:r>
            <a:r>
              <a:rPr lang="pt-BR" dirty="0"/>
              <a:t>="</a:t>
            </a:r>
            <a:r>
              <a:rPr lang="pt-BR" dirty="0" err="1"/>
              <a:t>pt-br</a:t>
            </a:r>
            <a:r>
              <a:rPr lang="pt-BR" dirty="0"/>
              <a:t>"&gt;</a:t>
            </a:r>
          </a:p>
          <a:p>
            <a:r>
              <a:rPr lang="pt-BR" dirty="0"/>
              <a:t>&lt;</a:t>
            </a:r>
            <a:r>
              <a:rPr lang="pt-BR" dirty="0" err="1"/>
              <a:t>head</a:t>
            </a:r>
            <a:r>
              <a:rPr lang="pt-BR" dirty="0"/>
              <a:t>&gt;</a:t>
            </a:r>
          </a:p>
          <a:p>
            <a:r>
              <a:rPr lang="pt-BR" dirty="0"/>
              <a:t>    &lt;meta </a:t>
            </a:r>
            <a:r>
              <a:rPr lang="pt-BR" dirty="0" err="1"/>
              <a:t>charset</a:t>
            </a:r>
            <a:r>
              <a:rPr lang="pt-BR" dirty="0"/>
              <a:t>="UTF-8"&gt;</a:t>
            </a:r>
          </a:p>
          <a:p>
            <a:r>
              <a:rPr lang="pt-BR" dirty="0"/>
              <a:t>    &lt;</a:t>
            </a:r>
            <a:r>
              <a:rPr lang="pt-BR" dirty="0" err="1"/>
              <a:t>title</a:t>
            </a:r>
            <a:r>
              <a:rPr lang="pt-BR" dirty="0"/>
              <a:t>&gt;Aula </a:t>
            </a:r>
            <a:r>
              <a:rPr lang="pt-BR" dirty="0" err="1"/>
              <a:t>JavaScript</a:t>
            </a:r>
            <a:r>
              <a:rPr lang="pt-BR" dirty="0"/>
              <a:t>&lt;/</a:t>
            </a:r>
            <a:r>
              <a:rPr lang="pt-BR" dirty="0" err="1"/>
              <a:t>title</a:t>
            </a:r>
            <a:r>
              <a:rPr lang="pt-BR" dirty="0"/>
              <a:t>&gt;</a:t>
            </a:r>
          </a:p>
          <a:p>
            <a:r>
              <a:rPr lang="pt-BR" dirty="0"/>
              <a:t>&lt;/</a:t>
            </a:r>
            <a:r>
              <a:rPr lang="pt-BR" dirty="0" err="1"/>
              <a:t>head</a:t>
            </a:r>
            <a:r>
              <a:rPr lang="pt-BR" dirty="0"/>
              <a:t>&gt;</a:t>
            </a:r>
          </a:p>
          <a:p>
            <a:r>
              <a:rPr lang="pt-BR" dirty="0"/>
              <a:t>&lt;body&gt;</a:t>
            </a:r>
          </a:p>
          <a:p>
            <a:r>
              <a:rPr lang="pt-BR" dirty="0"/>
              <a:t>    &lt;h1&gt;Introdução ao </a:t>
            </a:r>
            <a:r>
              <a:rPr lang="pt-BR" dirty="0" err="1"/>
              <a:t>JavaScript</a:t>
            </a:r>
            <a:r>
              <a:rPr lang="pt-BR" dirty="0"/>
              <a:t>&lt;/h1&gt;</a:t>
            </a:r>
          </a:p>
          <a:p>
            <a:r>
              <a:rPr lang="pt-BR" dirty="0"/>
              <a:t>    &lt;script </a:t>
            </a:r>
            <a:r>
              <a:rPr lang="pt-BR" dirty="0" err="1"/>
              <a:t>src</a:t>
            </a:r>
            <a:r>
              <a:rPr lang="pt-BR" dirty="0"/>
              <a:t>="aula01.js"&gt;&lt;/script&gt;</a:t>
            </a:r>
          </a:p>
          <a:p>
            <a:r>
              <a:rPr lang="pt-BR" dirty="0"/>
              <a:t>&lt;/body&gt;</a:t>
            </a:r>
          </a:p>
          <a:p>
            <a:r>
              <a:rPr lang="pt-BR" dirty="0"/>
              <a:t>&lt;/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56B0B84-275B-B33D-9090-5AE3366B91BA}"/>
              </a:ext>
            </a:extLst>
          </p:cNvPr>
          <p:cNvSpPr txBox="1"/>
          <p:nvPr/>
        </p:nvSpPr>
        <p:spPr>
          <a:xfrm>
            <a:off x="5829650" y="3117592"/>
            <a:ext cx="4343050" cy="33855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aula01.js</a:t>
            </a:r>
            <a:endParaRPr lang="pt-BR" sz="1600" b="1" dirty="0"/>
          </a:p>
          <a:p>
            <a:r>
              <a:rPr lang="pt-BR" dirty="0" err="1"/>
              <a:t>let</a:t>
            </a:r>
            <a:r>
              <a:rPr lang="pt-BR" dirty="0"/>
              <a:t> nome;</a:t>
            </a:r>
          </a:p>
          <a:p>
            <a:r>
              <a:rPr lang="pt-BR" dirty="0" err="1"/>
              <a:t>let</a:t>
            </a:r>
            <a:r>
              <a:rPr lang="pt-BR" dirty="0"/>
              <a:t> idade;</a:t>
            </a:r>
          </a:p>
          <a:p>
            <a:endParaRPr lang="pt-BR" dirty="0"/>
          </a:p>
          <a:p>
            <a:r>
              <a:rPr lang="pt-BR" dirty="0"/>
              <a:t>nome = prompt("Digite seu nome:");</a:t>
            </a:r>
          </a:p>
          <a:p>
            <a:r>
              <a:rPr lang="pt-BR" dirty="0"/>
              <a:t>idade = prompt("Digite sua idade:");</a:t>
            </a:r>
          </a:p>
          <a:p>
            <a:endParaRPr lang="pt-BR" dirty="0"/>
          </a:p>
          <a:p>
            <a:r>
              <a:rPr lang="pt-BR" dirty="0" err="1"/>
              <a:t>alert</a:t>
            </a:r>
            <a:r>
              <a:rPr lang="pt-BR" dirty="0"/>
              <a:t>("Olá " + nome);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console.log("Nome: " + nome);</a:t>
            </a:r>
          </a:p>
          <a:p>
            <a:r>
              <a:rPr lang="pt-BR" dirty="0"/>
              <a:t>console.log("Idade: " + idade);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E6E2068-ECB3-2D4B-E7DE-84740C643550}"/>
              </a:ext>
            </a:extLst>
          </p:cNvPr>
          <p:cNvSpPr txBox="1"/>
          <p:nvPr/>
        </p:nvSpPr>
        <p:spPr>
          <a:xfrm>
            <a:off x="2505076" y="2180808"/>
            <a:ext cx="58102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Exemplo</a:t>
            </a:r>
            <a:r>
              <a:rPr lang="en-US" sz="2800" b="1" dirty="0"/>
              <a:t> </a:t>
            </a:r>
            <a:r>
              <a:rPr lang="en-US" sz="2800" b="1" dirty="0" err="1"/>
              <a:t>Completo</a:t>
            </a:r>
            <a:r>
              <a:rPr lang="en-US" sz="2800" b="1" dirty="0"/>
              <a:t> da Aula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2125144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C5865-AC68-AE76-D160-0A976AFC8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1EF9685-EC16-538A-FE42-304291CA837A}"/>
              </a:ext>
            </a:extLst>
          </p:cNvPr>
          <p:cNvSpPr txBox="1"/>
          <p:nvPr/>
        </p:nvSpPr>
        <p:spPr>
          <a:xfrm>
            <a:off x="867125" y="519291"/>
            <a:ext cx="713387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Erros Comuns dos Iniciantes</a:t>
            </a:r>
          </a:p>
          <a:p>
            <a:r>
              <a:rPr lang="pt-BR" sz="2400" dirty="0"/>
              <a:t>Esquecer aspas</a:t>
            </a:r>
          </a:p>
          <a:p>
            <a:endParaRPr lang="pt-BR" sz="2400" dirty="0"/>
          </a:p>
          <a:p>
            <a:r>
              <a:rPr lang="pt-BR" sz="2400" dirty="0"/>
              <a:t>ERRADO: </a:t>
            </a:r>
            <a:r>
              <a:rPr lang="pt-BR" sz="2400" dirty="0" err="1"/>
              <a:t>let</a:t>
            </a:r>
            <a:r>
              <a:rPr lang="pt-BR" sz="2400" dirty="0"/>
              <a:t> nome = João;</a:t>
            </a:r>
          </a:p>
          <a:p>
            <a:endParaRPr lang="pt-BR" sz="2400" dirty="0"/>
          </a:p>
          <a:p>
            <a:r>
              <a:rPr lang="pt-BR" sz="2400" dirty="0"/>
              <a:t>CORRETO: </a:t>
            </a:r>
            <a:r>
              <a:rPr lang="pt-BR" sz="2400" dirty="0" err="1"/>
              <a:t>let</a:t>
            </a:r>
            <a:r>
              <a:rPr lang="pt-BR" sz="2400" dirty="0"/>
              <a:t> nome = "João";</a:t>
            </a:r>
          </a:p>
          <a:p>
            <a:r>
              <a:rPr lang="pt-BR" sz="2400" dirty="0"/>
              <a:t>________________________________________</a:t>
            </a:r>
          </a:p>
          <a:p>
            <a:r>
              <a:rPr lang="pt-BR" sz="2400" b="1" dirty="0"/>
              <a:t>Esquecer ponto e vírgula</a:t>
            </a:r>
          </a:p>
          <a:p>
            <a:r>
              <a:rPr lang="pt-BR" sz="2400" dirty="0"/>
              <a:t>Embora opcional, é recomendado:</a:t>
            </a:r>
          </a:p>
          <a:p>
            <a:r>
              <a:rPr lang="pt-BR" sz="2400" dirty="0" err="1"/>
              <a:t>let</a:t>
            </a:r>
            <a:r>
              <a:rPr lang="pt-BR" sz="2400" dirty="0"/>
              <a:t> idade = 20;</a:t>
            </a:r>
          </a:p>
          <a:p>
            <a:r>
              <a:rPr lang="pt-BR" sz="2400" dirty="0"/>
              <a:t>________________________________________</a:t>
            </a:r>
          </a:p>
          <a:p>
            <a:r>
              <a:rPr lang="pt-BR" sz="2400" b="1" dirty="0"/>
              <a:t>Digitar variável incorretamente</a:t>
            </a:r>
          </a:p>
          <a:p>
            <a:r>
              <a:rPr lang="pt-BR" sz="2400" dirty="0" err="1"/>
              <a:t>let</a:t>
            </a:r>
            <a:r>
              <a:rPr lang="pt-BR" sz="2400" dirty="0"/>
              <a:t> nome = "Carlos";</a:t>
            </a:r>
          </a:p>
          <a:p>
            <a:r>
              <a:rPr lang="pt-BR" sz="2400" dirty="0"/>
              <a:t>console.log(</a:t>
            </a:r>
            <a:r>
              <a:rPr lang="pt-BR" sz="2400" dirty="0" err="1"/>
              <a:t>nom</a:t>
            </a:r>
            <a:r>
              <a:rPr lang="pt-BR" sz="2400" dirty="0"/>
              <a:t>);</a:t>
            </a:r>
          </a:p>
          <a:p>
            <a:r>
              <a:rPr lang="pt-BR" sz="2400" dirty="0"/>
              <a:t>Erro: </a:t>
            </a:r>
            <a:r>
              <a:rPr lang="pt-BR" sz="2400" dirty="0" err="1"/>
              <a:t>nom</a:t>
            </a:r>
            <a:r>
              <a:rPr lang="pt-BR" sz="2400" dirty="0"/>
              <a:t> </a:t>
            </a:r>
            <a:r>
              <a:rPr lang="pt-BR" sz="2400" dirty="0" err="1"/>
              <a:t>is</a:t>
            </a:r>
            <a:r>
              <a:rPr lang="pt-BR" sz="2400" dirty="0"/>
              <a:t> </a:t>
            </a:r>
            <a:r>
              <a:rPr lang="pt-BR" sz="2400" dirty="0" err="1"/>
              <a:t>not</a:t>
            </a:r>
            <a:r>
              <a:rPr lang="pt-BR" sz="2400" dirty="0"/>
              <a:t> </a:t>
            </a:r>
            <a:r>
              <a:rPr lang="pt-BR" sz="2400" dirty="0" err="1"/>
              <a:t>defined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240543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3DDE2-3816-F003-C4FD-46FEEEB2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CE6512A-B488-CAB6-86BF-66897EB40C35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Exercício proposto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E35AE5-2CE8-4D7D-BB27-9667E6659D8A}"/>
              </a:ext>
            </a:extLst>
          </p:cNvPr>
          <p:cNvSpPr txBox="1"/>
          <p:nvPr/>
        </p:nvSpPr>
        <p:spPr>
          <a:xfrm>
            <a:off x="594035" y="1033763"/>
            <a:ext cx="10788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página</a:t>
            </a:r>
            <a:r>
              <a:rPr lang="en-US" dirty="0"/>
              <a:t> HTML/CSS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solicite</a:t>
            </a:r>
            <a:r>
              <a:rPr lang="en-US" dirty="0"/>
              <a:t>:</a:t>
            </a:r>
          </a:p>
          <a:p>
            <a:r>
              <a:rPr lang="en-US" dirty="0"/>
              <a:t>-Código, </a:t>
            </a:r>
            <a:r>
              <a:rPr lang="en-US" dirty="0" err="1"/>
              <a:t>nome</a:t>
            </a:r>
            <a:r>
              <a:rPr lang="en-US" dirty="0"/>
              <a:t> do </a:t>
            </a:r>
            <a:r>
              <a:rPr lang="en-US" dirty="0" err="1"/>
              <a:t>usuário</a:t>
            </a:r>
            <a:r>
              <a:rPr lang="en-US" dirty="0"/>
              <a:t> e </a:t>
            </a:r>
            <a:r>
              <a:rPr lang="en-US" dirty="0" err="1"/>
              <a:t>exiba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mensagem</a:t>
            </a:r>
            <a:r>
              <a:rPr lang="en-US" dirty="0"/>
              <a:t> </a:t>
            </a:r>
            <a:r>
              <a:rPr lang="en-US" dirty="0" err="1"/>
              <a:t>personalizada</a:t>
            </a:r>
            <a:r>
              <a:rPr lang="en-US" dirty="0"/>
              <a:t> de entrada no site.</a:t>
            </a:r>
            <a:endParaRPr lang="pt-BR" dirty="0"/>
          </a:p>
          <a:p>
            <a:r>
              <a:rPr lang="en-US" dirty="0"/>
              <a:t>-</a:t>
            </a:r>
            <a:r>
              <a:rPr lang="en-US" dirty="0" err="1"/>
              <a:t>Mostrar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dados no console(F12) com </a:t>
            </a:r>
            <a:r>
              <a:rPr lang="en-US" dirty="0" err="1"/>
              <a:t>os</a:t>
            </a:r>
            <a:r>
              <a:rPr lang="en-US" dirty="0"/>
              <a:t> dados </a:t>
            </a:r>
            <a:r>
              <a:rPr lang="en-US" dirty="0" err="1"/>
              <a:t>digitados</a:t>
            </a:r>
            <a:r>
              <a:rPr lang="en-US" dirty="0"/>
              <a:t> no </a:t>
            </a:r>
            <a:r>
              <a:rPr lang="en-US" dirty="0" err="1"/>
              <a:t>javascript</a:t>
            </a:r>
            <a:r>
              <a:rPr lang="en-US" dirty="0"/>
              <a:t>.</a:t>
            </a: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2308742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1183735" y="1474619"/>
            <a:ext cx="895086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Nesta aula </a:t>
            </a:r>
            <a:r>
              <a:rPr lang="en-US" sz="2400" dirty="0" err="1"/>
              <a:t>aprendemos</a:t>
            </a:r>
            <a:r>
              <a:rPr lang="en-US" sz="2400" dirty="0"/>
              <a:t>:</a:t>
            </a:r>
          </a:p>
          <a:p>
            <a:endParaRPr lang="pt-B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O </a:t>
            </a:r>
            <a:r>
              <a:rPr lang="en-US" sz="2400" dirty="0" err="1"/>
              <a:t>que</a:t>
            </a:r>
            <a:r>
              <a:rPr lang="en-US" sz="2400" dirty="0"/>
              <a:t> é JavaScript</a:t>
            </a:r>
            <a:endParaRPr lang="pt-B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Como </a:t>
            </a:r>
            <a:r>
              <a:rPr lang="en-US" sz="2400" dirty="0" err="1"/>
              <a:t>inserir</a:t>
            </a:r>
            <a:r>
              <a:rPr lang="en-US" sz="2400" dirty="0"/>
              <a:t> scripts</a:t>
            </a:r>
            <a:endParaRPr lang="pt-B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Variáveis</a:t>
            </a:r>
            <a:endParaRPr lang="pt-B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Tipos</a:t>
            </a:r>
            <a:r>
              <a:rPr lang="en-US" sz="2400" dirty="0"/>
              <a:t> de dados</a:t>
            </a:r>
            <a:endParaRPr lang="pt-B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alert()</a:t>
            </a:r>
            <a:endParaRPr lang="pt-B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prompt()</a:t>
            </a:r>
            <a:endParaRPr lang="pt-B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console.log()</a:t>
            </a:r>
            <a:endParaRPr lang="pt-BR" sz="2400" dirty="0"/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1054</TotalTime>
  <Words>865</Words>
  <Application>Microsoft Office PowerPoint</Application>
  <PresentationFormat>Widescreen</PresentationFormat>
  <Paragraphs>167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300</cp:revision>
  <dcterms:created xsi:type="dcterms:W3CDTF">2026-03-07T12:30:21Z</dcterms:created>
  <dcterms:modified xsi:type="dcterms:W3CDTF">2026-06-02T18:42:50Z</dcterms:modified>
</cp:coreProperties>
</file>